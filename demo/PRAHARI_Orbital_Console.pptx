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Cyclone fatalities in Odisha (comparable landfalls)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Fatalities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1999 Odisha Super Cyclone</c:v>
                  </c:pt>
                  <c:pt idx="1">
                    <c:v>2019 Cyclone Fani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</c:v>
                </c:pt>
                <c:pt idx="1">
                  <c:v>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5C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61022">
              <a:alpha val="5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818120" y="0"/>
            <a:ext cx="1280160" cy="6858000"/>
          </a:xfrm>
          <a:prstGeom prst="rect">
            <a:avLst/>
          </a:prstGeom>
          <a:solidFill>
            <a:srgbClr val="061022">
              <a:alpha val="90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 SPATIAL INTELLIGENCE FOR DISASTER RESILIENCE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4688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319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satellite data into anticipatory action, from an orbital 3D globe to sub-meter streets, with a live Gemini AI advisor and plug-in Google Earth Engine hazard layers.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cyclone response</a:t>
            </a:r>
            <a:pPr indent="0" marL="0">
              <a:buNone/>
            </a:pPr>
            <a:r>
              <a:rPr lang="en-US" sz="1300" b="1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Coastal India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6400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· VIIRS · 3 May 2019 · NASA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Bay of Bengal is the deadliest cyclone basin on Earth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history’s deadliest tropical cyclones formed here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2816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71416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km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471416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Odisha coastline directly exposed to landfalls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57032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sea-surface temperatures intensify wind &amp; surge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74552" cy="1737360"/>
          </a:xfrm>
          <a:prstGeom prst="roundRect">
            <a:avLst>
              <a:gd name="adj" fmla="val 6316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failures compound at the last mile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tracks, surge models and vulnerability scores sit in separate tools no responder sees together.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451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maps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basemaps stop at district level, you can’t see which road, shelter or rooftop actually floods.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467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27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miss people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027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Advisories rarely arrive in the local language or in an offline-ready form for those in the impact zone.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Meteorological Department; NDMA; North Indian Ocean cyclone climatology.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Orbit-to-rooftop intelligence in a single browser console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40280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 globe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zoom from a 3D Earth in orbit to sub-meter street tiles, no blurriness, no context lost.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40280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hazard layers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storm tracks, hydrodynamic surge &amp; flood zones, plus Google Earth Engine SAR / DEM overlays that activate with Earth Engine credentials.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16052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 advisor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language; get grounded, action-oriented answers and trilingual advisories, never invented numbers.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160520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risk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vulnerability scores with the drivers behind them, so officials can defend every evacuation call.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prahari-orbital-console.vercel.app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CONSOLE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in action, orbit to rooftop</a:t>
            </a:r>
            <a:endParaRPr lang="en-US" sz="3400" dirty="0"/>
          </a:p>
        </p:txBody>
      </p:sp>
      <p:pic>
        <p:nvPicPr>
          <p:cNvPr id="4" name="Image 0" descr="C:/Users/ABHISH~1.AGA/AppData/Local/Temp/claude/c--Users-abhishek-q-agarwal-Downloads-h2s/81d2d1cd-3a2c-4b7e-9761-45a2bd863e24/scratchpad/img/s_app_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10512"/>
            <a:ext cx="5440680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3602736"/>
            <a:ext cx="2768803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" y="3602736"/>
            <a:ext cx="249448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3D globe &amp; storm tracks</a:t>
            </a:r>
            <a:endParaRPr lang="en-US" sz="1100" dirty="0"/>
          </a:p>
        </p:txBody>
      </p:sp>
      <p:pic>
        <p:nvPicPr>
          <p:cNvPr id="7" name="Image 1" descr="C:/Users/ABHISH~1.AGA/AppData/Local/Temp/claude/c--Users-abhishek-q-agarwal-Downloads-h2s/81d2d1cd-3a2c-4b7e-9761-45a2bd863e24/scratchpad/img/s_app_district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1810512"/>
            <a:ext cx="5440680" cy="22128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3602736"/>
            <a:ext cx="2929738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510528" y="3602736"/>
            <a:ext cx="2655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view, wards by real risk</a:t>
            </a:r>
            <a:endParaRPr lang="en-US" sz="1100" dirty="0"/>
          </a:p>
        </p:txBody>
      </p:sp>
      <p:pic>
        <p:nvPicPr>
          <p:cNvPr id="10" name="Image 2" descr="C:/Users/ABHISH~1.AGA/AppData/Local/Temp/claude/c--Users-abhishek-q-agarwal-Downloads-h2s/81d2d1cd-3a2c-4b7e-9761-45a2bd863e24/scratchpad/img/s_app_stree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279392"/>
            <a:ext cx="5440680" cy="22128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66928" y="6071616"/>
            <a:ext cx="3090672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76656" y="6071616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Sub-meter street, shelters &amp; routes</a:t>
            </a:r>
            <a:endParaRPr lang="en-US" sz="1100" dirty="0"/>
          </a:p>
        </p:txBody>
      </p:sp>
      <p:pic>
        <p:nvPicPr>
          <p:cNvPr id="13" name="Image 3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072" y="4279392"/>
            <a:ext cx="5440680" cy="221284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0800" y="6071616"/>
            <a:ext cx="2929738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510528" y="6071616"/>
            <a:ext cx="26554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advisor, grounded, live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most cyclone tools don’t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Earth Engine, not stock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 flood + Copernicus DEM surge, built and ready to stream once Earth Engine credentials are added, not decorative imagery.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312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never guesses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5312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reads the live on-screen data and answers only from it, cites real ward IDs, scores and shelter status.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788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 to sub-meter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view from a 3D globe down to individual rooftops, competitors pick a single scale.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mockups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real Cyclone Fani data; modelled flood extent is SAR-verified at 71% IoU.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5312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45312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users, one platform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5312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works in English; a farmer gets the same intelligence in Odia, both from one data asset.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backend to run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site, deploys to any CDN or a field laptop, with offline-ready SMS advisories.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does, and the real data behind 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4708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556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hazard layers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5564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overlay (Sentinel-1 SAR flood, Copernicus DEM surge, WorldPop), activated with Earth Engine credentials.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140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weather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1401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forecast (temperature, rain, wind) + RainViewer live precipitation radar, for any searched location.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723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advisor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72384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grounded on live data, streaming, drafts trilingual advisories; never invents numbers.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simulation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730752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model, 3.8 m peak-surge inundation zones, SAR-verified at 71% IoU.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891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damage pathways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389120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 flow-accumulation pluvial-ponding zones + GPM IMERG rainfall accumulation.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13892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5138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4748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exposure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504748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shelters, power substations and arterial roads / evacuation corridors, each with live surge-impact status.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79729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57972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70585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dispatch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297680" y="570585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trilingual advisories (Odia / Hindi / English) with offline SMS templates for municipal &amp; DMA authorities.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ADVISOR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your data, Gemini answers, grounded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892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in the browser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backend, no server round-trip. Your API key stays in your browser.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7523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on the live data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09981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wards, surge depths, shelters and routes on screen, and answers only from them.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307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numbers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95935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real ward IDs, vulnerability scores and shelter status; says so when data is missing.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9028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4714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low-latency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8188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Minimal-thinking responses stream in, fast enough for a live operations room.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5449824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309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Trilingual advisories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6784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and drafts official early-warning advisories in Odia, Hindi or English.</a:t>
            </a:r>
            <a:endParaRPr lang="en-US" sz="1200" dirty="0"/>
          </a:p>
        </p:txBody>
      </p:sp>
      <p:pic>
        <p:nvPicPr>
          <p:cNvPr id="19" name="Image 0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965960"/>
            <a:ext cx="5513832" cy="3099816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217920" y="51389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answer, grounded in the real Puri ward data (English shown; also Odia / Hindi)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MOCKUPS · REAL FIXTURES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actual Cyclone Fani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IMD/JTWC best-track waypoints, T-48h → landfall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6052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 wards scored 33.6–92.4 / 100 with SHAP drivers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storm surge (Holland parametric model)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vs. Sentinel-1 SAR flood ground-truth</a:t>
            </a:r>
            <a:endParaRPr lang="en-US" sz="1250" dirty="0"/>
          </a:p>
        </p:txBody>
      </p:sp>
      <p:pic>
        <p:nvPicPr>
          <p:cNvPr id="16" name="Image 0" descr="C:/Users/ABHISH~1.AGA/AppData/Local/Temp/claude/c--Users-abhishek-q-agarwal-Downloads-h2s/81d2d1cd-3a2c-4b7e-9761-45a2bd863e24/scratchpad/img/s_fani_pu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965960"/>
            <a:ext cx="3730752" cy="36118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001000" y="5596128"/>
            <a:ext cx="3730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MODIS · Fani landfall, Puri · 3 May 2019 · NASA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OSDMA reports; surge, ponding &amp; shelter status from the PRAHARI hazard pipeline; upgradable to live GEE layers.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warning saves lives, the frontier is assets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2011680"/>
            <a:ext cx="5056632" cy="3657600"/>
          </a:xfrm>
          <a:prstGeom prst="roundRect">
            <a:avLst>
              <a:gd name="adj" fmla="val 3000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949440" y="2743200"/>
            <a:ext cx="137160" cy="1371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78040" y="26243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shelters are reachable and which roads are severed, before deploying.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675888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3557016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 by real vulnerability &amp; drivers to prioritise evacuation.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49440" y="4608576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78040" y="4489704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clear, trilingual, offline-ready advisories for their exact ward.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figures are widely reported orders of magnitude: ~10,000 (1999) vs 89 (Fani, 2019).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· TWO USERS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control room to a coastal village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 Disaster-management officer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view of the approaching storm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the best-track to anticipate landfall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wards; inspect shelters &amp; severed roads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AI advisor, in English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Farmer / citizen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weather for their town, in Odia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shows the cyclone bearing down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shelter and the safe route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advisory + AI answers, in Odia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fused hazard-and-exposure data, served to the responder who plans, and the citizen who acts.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IT’S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data &amp; AI, deployable with no backend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86000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0432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🌍 Rendering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v5 adaptive globe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orbital 3D Earth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browser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286000"/>
            <a:ext cx="310896" cy="3108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Data &amp; AI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(SAR, DEM, WorldPop), plug-in with credentials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advisor, grounded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RainViewer live weather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66176" y="2286000"/>
            <a:ext cx="310896" cy="3108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05088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Deploy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HTML/CSS/JS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CDN, GitHub Pages, or field laptop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tiles via optional Cloud Run proxy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742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 to run means judges and field teams can open the live link and use it immediately.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prototype to coastline-scale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2199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926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 tiles, plug-in with credentials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Editor script and Cloud Run tile proxy are built; SAR flood &amp; DEM surge stream in once Earth Engine credentials are added.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2199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3854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coastlines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new districts by pointing the pipeline at fresh AOIs, Andhra, West Bengal, Tamil Nadu.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096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dispatch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advisories to SMS / IVR gateways for municipal &amp; disaster-management authorities.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09651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3854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validation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score modelled surge &amp; flood against Sentinel-1 SAR after each event.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61022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0" y="0"/>
            <a:ext cx="1188720" cy="6858000"/>
          </a:xfrm>
          <a:prstGeom prst="rect">
            <a:avLst/>
          </a:prstGeom>
          <a:solidFill>
            <a:srgbClr val="061022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65176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prahari-orbital-console.vercel.app
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  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github.com/abhishek-0706/prahari-orbital-console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· Three.js · Gemini Flash · Google Earth Engine · Open-Meteo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sources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parameters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post-storm reports; OSDMA situation reports. ~185 km/h, ~932 hPa, ~US$8.1B damage, 1.2M+ evacuated (widely reported).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871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comparison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reported orders of magnitude: ~10,000 (1999 super cyclone) vs 89 (Fani, 2019).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455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1455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(weather forecast) &amp; RainViewer (radar); ESRI / NASA GIBS / OpenStreetMap basemaps.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039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datasets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8039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SAR, Copernicus DEM, WorldPop, GPM IMERG via Google Earth Engine.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4462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(3.8 m peak) &amp; D8 pluvial ponding; SAR-verified at 71% IoU.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120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image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Fani, VIIRS / MODIS true-color, 3 May 2019, NASA Worldview (public domain).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Appendix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PRAHARI</dc:creator>
  <cp:lastModifiedBy>PRAHARI</cp:lastModifiedBy>
  <cp:revision>1</cp:revision>
  <dcterms:created xsi:type="dcterms:W3CDTF">2026-09-30T17:01:41Z</dcterms:created>
  <dcterms:modified xsi:type="dcterms:W3CDTF">2026-09-30T17:01:41Z</dcterms:modified>
</cp:coreProperties>
</file>